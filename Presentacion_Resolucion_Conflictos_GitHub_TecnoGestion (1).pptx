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960120"/>
            <a:ext cx="91440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09728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Resolución de conflictos
en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CBD5E1"/>
                </a:solidFill>
              </a:rPr>
              <a:t>Procedimiento paso a paso aplicado al proyecto TecnoGestión S.A.C.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3886200"/>
            <a:ext cx="43891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A5F3FC"/>
                </a:solidFill>
                <a:latin typeface="Consolas"/>
              </a:rPr>
              <a:t>feature/ventas  →  develop  ←  feature/login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9204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Ramírez Panta, David Emanuel · Vegas Lupuche, César Adriano</a:t>
            </a:r>
          </a:p>
          <a:p>
            <a:r>
              <a:rPr sz="1100">
                <a:solidFill>
                  <a:srgbClr val="64748B"/>
                </a:solidFill>
              </a:rPr>
              <a:t>Herramientas de Desarrollo · Piura,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Ruta del procedimiento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Cinco momentos son suficientes para explicar todo el flujo.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731" y="2061972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Preparar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ramas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6" y="2487168"/>
            <a:ext cx="15404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rPr sz="1600" dirty="0"/>
              <a:t>Ambos </a:t>
            </a:r>
            <a:r>
              <a:rPr sz="1600" dirty="0" err="1"/>
              <a:t>desarrolladores</a:t>
            </a:r>
            <a:r>
              <a:rPr sz="1600" dirty="0"/>
              <a:t> </a:t>
            </a:r>
            <a:r>
              <a:rPr sz="1600" dirty="0" err="1"/>
              <a:t>parten</a:t>
            </a:r>
            <a:r>
              <a:rPr sz="1600" dirty="0"/>
              <a:t> de develop y </a:t>
            </a:r>
            <a:r>
              <a:rPr sz="1600" dirty="0" err="1"/>
              <a:t>cambian</a:t>
            </a:r>
            <a:r>
              <a:rPr sz="1600" dirty="0"/>
              <a:t> la </a:t>
            </a:r>
            <a:r>
              <a:rPr sz="1600" dirty="0" err="1"/>
              <a:t>misma</a:t>
            </a:r>
            <a:r>
              <a:rPr sz="1600" dirty="0"/>
              <a:t> </a:t>
            </a:r>
            <a:r>
              <a:rPr sz="1600" dirty="0" err="1"/>
              <a:t>línea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090672" y="201168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49745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Fusionar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ventas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2487168"/>
            <a:ext cx="16642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rPr sz="1600" dirty="0"/>
              <a:t>feature/</a:t>
            </a:r>
            <a:r>
              <a:rPr sz="1600" dirty="0" err="1"/>
              <a:t>ventas</a:t>
            </a:r>
            <a:r>
              <a:rPr sz="1600" dirty="0"/>
              <a:t> → develop se integra primero y sin </a:t>
            </a:r>
            <a:r>
              <a:rPr sz="1600" dirty="0" err="1"/>
              <a:t>conflictos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3792" y="182880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58383" y="2011680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5855" y="2040672"/>
            <a:ext cx="1499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Detectar conflicto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487168"/>
            <a:ext cx="16642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rPr sz="1600" dirty="0"/>
              <a:t>feature/login → develop </a:t>
            </a:r>
            <a:r>
              <a:rPr sz="1600" dirty="0" err="1"/>
              <a:t>queda</a:t>
            </a:r>
            <a:r>
              <a:rPr sz="1600" dirty="0"/>
              <a:t> </a:t>
            </a:r>
            <a:r>
              <a:rPr sz="1600" dirty="0" err="1"/>
              <a:t>bloqueado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cambios</a:t>
            </a:r>
            <a:r>
              <a:rPr sz="1600" dirty="0"/>
              <a:t> incompatibles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82880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26096" y="2011680"/>
            <a:ext cx="384048" cy="384048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049745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F172A"/>
                </a:solidFill>
              </a:rPr>
              <a:t>Resolver </a:t>
            </a:r>
            <a:r>
              <a:rPr sz="1400" b="1" dirty="0" err="1">
                <a:solidFill>
                  <a:srgbClr val="0F172A"/>
                </a:solidFill>
              </a:rPr>
              <a:t>en</a:t>
            </a:r>
            <a:r>
              <a:rPr sz="1400" b="1" dirty="0">
                <a:solidFill>
                  <a:srgbClr val="0F172A"/>
                </a:solidFill>
              </a:rPr>
              <a:t>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2487168"/>
            <a:ext cx="16215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rPr sz="1600" dirty="0"/>
              <a:t>Se </a:t>
            </a:r>
            <a:r>
              <a:rPr sz="1600" dirty="0" err="1"/>
              <a:t>edita</a:t>
            </a:r>
            <a:r>
              <a:rPr sz="1600" dirty="0"/>
              <a:t> config.txt, se </a:t>
            </a:r>
            <a:r>
              <a:rPr sz="1600" dirty="0" err="1"/>
              <a:t>marca</a:t>
            </a:r>
            <a:r>
              <a:rPr sz="1600" dirty="0"/>
              <a:t> </a:t>
            </a:r>
            <a:r>
              <a:rPr sz="1600" dirty="0" err="1"/>
              <a:t>resuelto</a:t>
            </a:r>
            <a:r>
              <a:rPr sz="1600" dirty="0"/>
              <a:t> y se </a:t>
            </a:r>
            <a:r>
              <a:rPr sz="1600" dirty="0" err="1"/>
              <a:t>confirma</a:t>
            </a:r>
            <a:r>
              <a:rPr sz="1600" dirty="0"/>
              <a:t> el merge.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9216" y="182880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93808" y="201168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7584" y="2061972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Verificar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12096" y="2487168"/>
            <a:ext cx="16642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rPr sz="1600" dirty="0"/>
              <a:t>Se </a:t>
            </a:r>
            <a:r>
              <a:rPr sz="1600" dirty="0" err="1"/>
              <a:t>sincroniza</a:t>
            </a:r>
            <a:r>
              <a:rPr sz="1600" dirty="0"/>
              <a:t> develop y se </a:t>
            </a:r>
            <a:r>
              <a:rPr sz="1600" dirty="0" err="1"/>
              <a:t>comprueba</a:t>
            </a:r>
            <a:r>
              <a:rPr sz="1600" dirty="0"/>
              <a:t> </a:t>
            </a:r>
            <a:r>
              <a:rPr sz="1600" dirty="0" err="1"/>
              <a:t>historial</a:t>
            </a:r>
            <a:r>
              <a:rPr sz="1600" dirty="0"/>
              <a:t>, </a:t>
            </a:r>
            <a:r>
              <a:rPr sz="1600" dirty="0" err="1"/>
              <a:t>archivo</a:t>
            </a:r>
            <a:r>
              <a:rPr sz="1600" dirty="0"/>
              <a:t> y </a:t>
            </a:r>
            <a:r>
              <a:rPr sz="1600" dirty="0" err="1"/>
              <a:t>estado</a:t>
            </a:r>
            <a:r>
              <a:rPr sz="1600"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Paso 1. Preparar las dos 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Los dos cambios deben nacer del mismo estado de develop.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5495544" cy="30266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23" y="1353312"/>
            <a:ext cx="5244352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325880"/>
            <a:ext cx="5495544" cy="30266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075" y="1353312"/>
            <a:ext cx="5244352" cy="2971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177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feature/ventas cambia config.txt a «1.2 - modulo ventas».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feature/login cambia la misma línea a «1.2 - modulo login».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En cada rama: add → commit → push. No actualizar feature/login después de fusionar ventas.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Paso 2. Fusionar primero feature/ventas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El primer Pull Request modifica develop y prepara el escenario del conflicto.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" y="1298448"/>
            <a:ext cx="5449824" cy="343814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8947"/>
            <a:ext cx="5394960" cy="30571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44768" y="1298448"/>
            <a:ext cx="5449824" cy="343814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88947"/>
            <a:ext cx="5394960" cy="30571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956047"/>
            <a:ext cx="3429000" cy="142348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5138928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5093208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Crear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14416"/>
            <a:ext cx="3063240" cy="283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rPr dirty="0"/>
              <a:t>Base: develop</a:t>
            </a:r>
            <a:br>
              <a:rPr dirty="0"/>
            </a:br>
            <a:r>
              <a:rPr dirty="0"/>
              <a:t>Compare: feature/</a:t>
            </a:r>
            <a:r>
              <a:rPr dirty="0" err="1"/>
              <a:t>ventas</a:t>
            </a:r>
            <a:br>
              <a:rPr dirty="0"/>
            </a:br>
            <a:r>
              <a:rPr dirty="0"/>
              <a:t>Debe </a:t>
            </a:r>
            <a:r>
              <a:rPr dirty="0" err="1"/>
              <a:t>aparecer</a:t>
            </a:r>
            <a:r>
              <a:rPr dirty="0"/>
              <a:t> “Able to merge”.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956048"/>
            <a:ext cx="3429000" cy="132779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35424" y="51389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93208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Fusionar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5614416"/>
            <a:ext cx="3063240" cy="283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rPr dirty="0"/>
              <a:t>Merge pull request → Confirm merge.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956048"/>
            <a:ext cx="3429000" cy="132779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74736" y="5138928"/>
            <a:ext cx="384048" cy="384048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5093208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Comprobar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5614416"/>
            <a:ext cx="3063240" cy="283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El PR queda cerrado con la etiqueta Merged.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Paso 3. Detectar y resolver el conflicto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GitHub encuentra dos versiones distintas de la misma línea en config.txt.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712463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07" y="1325880"/>
            <a:ext cx="3630705" cy="2057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89120" y="1298448"/>
            <a:ext cx="3712463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999" y="1325880"/>
            <a:ext cx="3630705" cy="2057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02168" y="1298448"/>
            <a:ext cx="3438144" cy="21122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95984"/>
            <a:ext cx="3383280" cy="19171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3840480"/>
            <a:ext cx="5257800" cy="187451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4928616" cy="1655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&lt;&lt;&lt;&lt;&lt;&lt;&lt; feature/login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Version del sistema: 1.2 - modulo login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=======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Version del sistema: 1.2 - modulo ventas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&gt;&gt;&gt;&gt;&gt;&gt;&gt; develop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187451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3950208"/>
            <a:ext cx="4882896" cy="1655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Versión final acordada: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Version del sistema: 1.2 - integracion ventas y login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Mark as resolved  →  Commit merge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Paso 4. Fusionar feature/login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Con el conflicto resuelto, el segundo Pull Request ya puede integrarse.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298448"/>
            <a:ext cx="6775703" cy="3941063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64742"/>
            <a:ext cx="6720840" cy="38084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50876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19871" y="1691639"/>
            <a:ext cx="384048" cy="384048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1645919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Confirmar resolución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167128"/>
            <a:ext cx="30175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Mark as resolved y después Commit merge.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88036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19871" y="30632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301752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Fusionar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538728"/>
            <a:ext cx="30175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Merge pull request → Confirm merge.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25196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19871" y="443484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438912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Resultado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910328"/>
            <a:ext cx="30175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feature/login aparece con la etiqueta Merged.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</a:rPr>
              <a:t>Paso 5. Verificar el resultado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96112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</a:rPr>
              <a:t>La terminal confirma que develop quedó actualizado y sin conflictos.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71016"/>
            <a:ext cx="5541264" cy="33009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67028"/>
            <a:ext cx="54864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1271016"/>
            <a:ext cx="5449824" cy="33009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92935"/>
            <a:ext cx="5394960" cy="3057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git pull origin develop trae los commits creados en GitHub.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git log --oneline --graph --all muestra las ramas integradas.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cat config.txt muestra la versión final sin marcas de conflicto.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• git status termina en “nothing to commit, working tree clean”.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665976"/>
            <a:ext cx="10972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FFFF"/>
                </a:solidFill>
              </a:rPr>
              <a:t>TecnoGestión S.A.C. · Resolución de conflictos en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538</Words>
  <Application>Microsoft Office PowerPoint</Application>
  <PresentationFormat>Panorámica</PresentationFormat>
  <Paragraphs>78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Arturo Guerrero Castillo</cp:lastModifiedBy>
  <cp:revision>3</cp:revision>
  <dcterms:created xsi:type="dcterms:W3CDTF">2013-01-27T09:14:16Z</dcterms:created>
  <dcterms:modified xsi:type="dcterms:W3CDTF">2026-09-29T18:28:42Z</dcterms:modified>
  <cp:category/>
</cp:coreProperties>
</file>