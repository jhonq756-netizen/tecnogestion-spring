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4" r:id="rId15"/>
    <p:sldId id="265" r:id="rId16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689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 usar Google Docs y Microsoft Teams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 en el proyecto TecnoGestión S.A.C.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Ramírez Panta, David Emanuel</a:t>
            </a:r>
            <a:endParaRPr lang="en-US" sz="1500" dirty="0"/>
          </a:p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Huaman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Valladares, Adriel Imanol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Herramientas de Desarrollo  |  Docente: Edy Javier García Córdova  |  Piura,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estas dos herramientas?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equipo de </a:t>
            </a:r>
            <a:r>
              <a:rPr lang="en-US" sz="16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r>
              <a:rPr lang="en-US" sz="1600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planificar, documentar y comunicarse mientras desarrolla los módulos de TecnoGestión (Dashboard, Clientes, Productos y Ventas).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840480" cy="210312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73152" cy="21031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para redactar y editar en equipo los informes, actas y documentación del proyecto.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3840480" cy="210312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286000"/>
            <a:ext cx="73152" cy="210312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7889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chat, videollamadas y archivos compartidos para coordinar el trabajo diario.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 Google Docs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1554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simultánea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podemos escribir en el mismo documento al mismo tiempo, sin enviar versiones por correo.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280160"/>
            <a:ext cx="73152" cy="1554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y sugerencias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revisar el trabajo del otro, proponer cambios y aceptarlos o rechazarlos.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17520"/>
            <a:ext cx="73152" cy="1554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versiones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ver quién cambió qué y restaurar una versión anterior si hay un error.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017520"/>
            <a:ext cx="73152" cy="1554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cualquier lugar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automáticamente en la nube y se abre desde computadora o celular, sin costo.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 Microsoft Teams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155448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y canales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por tema (informe, código, dudas) para mantener ordenada la conversación del equipo.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280160"/>
            <a:ext cx="73152" cy="155448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Videollamadas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de coordinación y revisión de avances aunque no estemos en el mismo lugar.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17520"/>
            <a:ext cx="73152" cy="155448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compartidos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capturas y entregables en un solo espacio, con integración a Office 365.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017520"/>
            <a:ext cx="73152" cy="155448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otras apps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con herramientas del proyecto, como GitHub y tableros de tareas.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complementan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68880" cy="13716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Coordinamos y decidimos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468880" cy="13716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Redactamos y revisamos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468880" cy="13716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Versionamos el código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herramienta cubre una necesidad distinta: comunicación, documentación y código. Juntas dejan el trabajo ordenado y con responsables claros.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TecnoGestión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30175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Redactar informes del curso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tres editamos a la vez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y corregir textos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Comentarios y sugerencias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Reuniones de avance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Videollamada y chat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Compartir capturas y entregables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en un solo lugar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Avisar Pull Requests y cambios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+ 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están informados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y Teams reducen errores de versiones y mejoran la comunicación del equipo.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gratuitas o de fácil acceso, y no requieren instalación compleja.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Dejan registro de quién hizo cada aporte, lo que aporta transparencia al trabajo grupal.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Combinadas con GitHub, cubren la comunicación, la documentación y el código de TecnoGestión.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React, una API REST y Spring Boot, TecnoGestión pasa a tener frontend y backend separados y más fáciles de mantener.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agregaremos a TecnoGestión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1554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con React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Reemplazaremos las pantallas de Thymeleaf por una interfaz en React, con componentes reutilizables por módulo.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280160"/>
            <a:ext cx="73152" cy="1554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 Spring Boot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Mantendremos la lógica del sistema en Spring Boot, que ya tenemos desplegado en Render.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17520"/>
            <a:ext cx="73152" cy="1554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ofrecerá servicios en formato JSON para clientes, productos, ventas y dashboard.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840480" cy="1554480"/>
          </a:xfrm>
          <a:prstGeom prst="rect">
            <a:avLst/>
          </a:prstGeom>
          <a:solidFill>
            <a:srgbClr val="F3F6F1"/>
          </a:solidFill>
          <a:ln w="12700">
            <a:solidFill>
              <a:srgbClr val="F3F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017520"/>
            <a:ext cx="73152" cy="1554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con GitHub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irá en su rama feature y se integrará a develop mediante Pull Requests.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comunican frontend y backend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68880" cy="13716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interfaz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468880" cy="13716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y recibe JSON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468880" cy="13716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y guarda los datos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interactúa con React, que pide los datos a la API. El backend responde y la pantalla se actualiza sin recargar la página.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por módulo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30175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(React)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(API)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 de inicio de sesión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de usuarios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con totales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clientes, productos y ventas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Listado y formulario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Registrar, listar y eliminar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Listado y formulario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Registrar, listar y eliminar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 con total automático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y cálculo del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430</Words>
  <Application>Microsoft Office PowerPoint</Application>
  <PresentationFormat>Presentación en pantalla (16:9)</PresentationFormat>
  <Paragraphs>70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Ventajas de Google Docs y Microsoft Teams - TecnoGestión</dc:title>
  <dc:subject>PptxGenJS Presentation</dc:subject>
  <dc:creator>PptxGenJS</dc:creator>
  <cp:lastModifiedBy>David ramirez panta</cp:lastModifiedBy>
  <cp:revision>3</cp:revision>
  <dcterms:created xsi:type="dcterms:W3CDTF">2026-10-07T00:00:51Z</dcterms:created>
  <dcterms:modified xsi:type="dcterms:W3CDTF">2026-10-07T00:08:36Z</dcterms:modified>
</cp:coreProperties>
</file>